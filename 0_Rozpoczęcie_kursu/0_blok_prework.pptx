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77" r:id="rId3"/>
    <p:sldId id="278" r:id="rId4"/>
    <p:sldId id="279" r:id="rId5"/>
    <p:sldId id="280" r:id="rId6"/>
    <p:sldId id="257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8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3" roundtripDataSignature="AMtx7mhhdJyJ5X1W/ORgYaDF5tJVCCxH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33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/>
              <a:t>Slajd 0.1</a:t>
            </a: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/>
              <a:t>SLAJD 0.2</a:t>
            </a:r>
            <a:endParaRPr/>
          </a:p>
        </p:txBody>
      </p:sp>
      <p:sp>
        <p:nvSpPr>
          <p:cNvPr id="93" name="Google Shape;9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947298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/>
              <a:t>SLAJD 0.2</a:t>
            </a:r>
            <a:endParaRPr/>
          </a:p>
        </p:txBody>
      </p:sp>
      <p:sp>
        <p:nvSpPr>
          <p:cNvPr id="93" name="Google Shape;9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844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/>
              <a:t>SLAJD 0.2</a:t>
            </a:r>
            <a:endParaRPr/>
          </a:p>
        </p:txBody>
      </p:sp>
      <p:sp>
        <p:nvSpPr>
          <p:cNvPr id="93" name="Google Shape;9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37105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/>
              <a:t>SLAJD 0.2</a:t>
            </a:r>
            <a:endParaRPr/>
          </a:p>
        </p:txBody>
      </p:sp>
      <p:sp>
        <p:nvSpPr>
          <p:cNvPr id="93" name="Google Shape;9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006757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/>
              <a:t>SLAJD 0.2</a:t>
            </a:r>
            <a:endParaRPr/>
          </a:p>
        </p:txBody>
      </p:sp>
      <p:sp>
        <p:nvSpPr>
          <p:cNvPr id="93" name="Google Shape;9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/>
              <a:t>SLAJD 0.2</a:t>
            </a:r>
            <a:endParaRPr/>
          </a:p>
        </p:txBody>
      </p:sp>
      <p:sp>
        <p:nvSpPr>
          <p:cNvPr id="93" name="Google Shape;9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680131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/>
              <a:t>SLAJD 0.2</a:t>
            </a:r>
            <a:endParaRPr/>
          </a:p>
        </p:txBody>
      </p:sp>
      <p:sp>
        <p:nvSpPr>
          <p:cNvPr id="93" name="Google Shape;9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020129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/>
              <a:t>SLAJD 0.2</a:t>
            </a:r>
            <a:endParaRPr/>
          </a:p>
        </p:txBody>
      </p:sp>
      <p:sp>
        <p:nvSpPr>
          <p:cNvPr id="93" name="Google Shape;9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33375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/>
              <a:t>SLAJD 0.2</a:t>
            </a:r>
            <a:endParaRPr/>
          </a:p>
        </p:txBody>
      </p:sp>
      <p:sp>
        <p:nvSpPr>
          <p:cNvPr id="93" name="Google Shape;9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046432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/>
              <a:t>SLAJD 0.2</a:t>
            </a:r>
            <a:endParaRPr/>
          </a:p>
        </p:txBody>
      </p:sp>
      <p:sp>
        <p:nvSpPr>
          <p:cNvPr id="93" name="Google Shape;9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462251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/>
              <a:t>SLAJD 0.2</a:t>
            </a:r>
            <a:endParaRPr/>
          </a:p>
        </p:txBody>
      </p:sp>
      <p:sp>
        <p:nvSpPr>
          <p:cNvPr id="93" name="Google Shape;9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38700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/>
              <a:t>SLAJD 0.2</a:t>
            </a:r>
            <a:endParaRPr/>
          </a:p>
        </p:txBody>
      </p:sp>
      <p:sp>
        <p:nvSpPr>
          <p:cNvPr id="93" name="Google Shape;9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359380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/>
              <a:t>SLAJD 0.2</a:t>
            </a:r>
            <a:endParaRPr/>
          </a:p>
        </p:txBody>
      </p:sp>
      <p:sp>
        <p:nvSpPr>
          <p:cNvPr id="93" name="Google Shape;9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79616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ajd tytułowy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ytuł i zawartość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główek sekcji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wa elementy zawartości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ównanie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ylko tytuł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usty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awartość z podpisem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raz z podpisem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ytuł i tekst pionowy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ytuł pionowy i teks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thon.org/downloads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hyperlink" Target="https://code.visualstudio.com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pl-PL" dirty="0"/>
              <a:t>Instalacja środowiska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l-PL" dirty="0" err="1"/>
              <a:t>Python</a:t>
            </a:r>
            <a:endParaRPr dirty="0"/>
          </a:p>
        </p:txBody>
      </p:sp>
      <p:sp>
        <p:nvSpPr>
          <p:cNvPr id="96" name="Google Shape;96;p2"/>
          <p:cNvSpPr txBox="1"/>
          <p:nvPr/>
        </p:nvSpPr>
        <p:spPr>
          <a:xfrm>
            <a:off x="2480733" y="2819400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1;p2">
            <a:extLst>
              <a:ext uri="{FF2B5EF4-FFF2-40B4-BE49-F238E27FC236}">
                <a16:creationId xmlns:a16="http://schemas.microsoft.com/office/drawing/2014/main" id="{F0A8E443-1E19-FA9A-95CE-BBD9621B48A9}"/>
              </a:ext>
            </a:extLst>
          </p:cNvPr>
          <p:cNvSpPr txBox="1"/>
          <p:nvPr/>
        </p:nvSpPr>
        <p:spPr>
          <a:xfrm>
            <a:off x="680100" y="1604700"/>
            <a:ext cx="3785995" cy="5016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800" dirty="0"/>
              <a:t>Język programowania </a:t>
            </a:r>
            <a:r>
              <a:rPr lang="pl-PL" sz="1800" dirty="0" err="1"/>
              <a:t>python</a:t>
            </a:r>
            <a:r>
              <a:rPr lang="pl-PL" sz="1800" dirty="0"/>
              <a:t> będzie głównym narzędziem stosowanym podczas kursu.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800" dirty="0"/>
              <a:t>Aby go zainstalować, wejdź na stronę </a:t>
            </a:r>
            <a:r>
              <a:rPr lang="pl-PL" sz="1800" dirty="0">
                <a:hlinkClick r:id="rId3"/>
              </a:rPr>
              <a:t>https://www.python.org/downloads/</a:t>
            </a:r>
            <a:r>
              <a:rPr lang="pl-PL" sz="1800" dirty="0"/>
              <a:t>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l-PL" sz="18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800" dirty="0"/>
              <a:t>Wybierz wersję odpowiednią dla Twojego systemu operacyjnego.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l-PL" sz="18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800" dirty="0"/>
              <a:t>Kurs przeprowadzony będzie na podstawie wersji </a:t>
            </a:r>
            <a:r>
              <a:rPr lang="pl-PL" sz="1800" dirty="0" err="1"/>
              <a:t>pythona</a:t>
            </a:r>
            <a:r>
              <a:rPr lang="pl-PL" sz="1800" dirty="0"/>
              <a:t> 3.12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l-PL" sz="18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800" dirty="0"/>
              <a:t>Możesz użyć wyższej wersji </a:t>
            </a:r>
            <a:r>
              <a:rPr lang="pl-PL" sz="1800" dirty="0" err="1"/>
              <a:t>pythona</a:t>
            </a:r>
            <a:r>
              <a:rPr lang="pl-PL" sz="1800" dirty="0"/>
              <a:t>, pamiętaj jednak, że niektóre funkcje mogą się nieznacznie zmienić.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53D86270-5507-B47B-7C0B-D2AB8B9ADD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0998" y="749655"/>
            <a:ext cx="7039355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920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l-PL" dirty="0" err="1"/>
              <a:t>Python</a:t>
            </a:r>
            <a:endParaRPr dirty="0"/>
          </a:p>
        </p:txBody>
      </p:sp>
      <p:sp>
        <p:nvSpPr>
          <p:cNvPr id="96" name="Google Shape;96;p2"/>
          <p:cNvSpPr txBox="1"/>
          <p:nvPr/>
        </p:nvSpPr>
        <p:spPr>
          <a:xfrm>
            <a:off x="2480733" y="2819400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1;p2">
            <a:extLst>
              <a:ext uri="{FF2B5EF4-FFF2-40B4-BE49-F238E27FC236}">
                <a16:creationId xmlns:a16="http://schemas.microsoft.com/office/drawing/2014/main" id="{F0A8E443-1E19-FA9A-95CE-BBD9621B48A9}"/>
              </a:ext>
            </a:extLst>
          </p:cNvPr>
          <p:cNvSpPr txBox="1"/>
          <p:nvPr/>
        </p:nvSpPr>
        <p:spPr>
          <a:xfrm>
            <a:off x="680100" y="1604700"/>
            <a:ext cx="3785995" cy="2800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800" dirty="0"/>
              <a:t>Po pobraniu pliku, uruchom go.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l-PL" sz="18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800" dirty="0"/>
              <a:t>Zobaczysz okno instalatora, jak to widoczne na slajdzie.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l-PL" sz="18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800" dirty="0"/>
              <a:t>Pamiętaj, aby zaznaczyć opcję „</a:t>
            </a:r>
            <a:r>
              <a:rPr lang="pl-PL" sz="1800" dirty="0" err="1"/>
              <a:t>Add</a:t>
            </a:r>
            <a:r>
              <a:rPr lang="pl-PL" sz="1800" dirty="0"/>
              <a:t> python.exe to PATH”.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l-PL" sz="18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800" dirty="0"/>
              <a:t>Następnie kliknij „</a:t>
            </a:r>
            <a:r>
              <a:rPr lang="pl-PL" sz="1800" dirty="0" err="1"/>
              <a:t>Install</a:t>
            </a:r>
            <a:r>
              <a:rPr lang="pl-PL" sz="1800" dirty="0"/>
              <a:t> </a:t>
            </a:r>
            <a:r>
              <a:rPr lang="pl-PL" sz="1800" dirty="0" err="1"/>
              <a:t>Now</a:t>
            </a:r>
            <a:r>
              <a:rPr lang="pl-PL" sz="1800" dirty="0"/>
              <a:t>”.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C213FB40-A912-1B15-6592-F1A9E31814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7325" y="1799855"/>
            <a:ext cx="6124575" cy="3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945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l-PL" dirty="0" err="1"/>
              <a:t>Python</a:t>
            </a:r>
            <a:endParaRPr dirty="0"/>
          </a:p>
        </p:txBody>
      </p:sp>
      <p:sp>
        <p:nvSpPr>
          <p:cNvPr id="96" name="Google Shape;96;p2"/>
          <p:cNvSpPr txBox="1"/>
          <p:nvPr/>
        </p:nvSpPr>
        <p:spPr>
          <a:xfrm>
            <a:off x="2480733" y="2819400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1;p2">
            <a:extLst>
              <a:ext uri="{FF2B5EF4-FFF2-40B4-BE49-F238E27FC236}">
                <a16:creationId xmlns:a16="http://schemas.microsoft.com/office/drawing/2014/main" id="{F0A8E443-1E19-FA9A-95CE-BBD9621B48A9}"/>
              </a:ext>
            </a:extLst>
          </p:cNvPr>
          <p:cNvSpPr txBox="1"/>
          <p:nvPr/>
        </p:nvSpPr>
        <p:spPr>
          <a:xfrm>
            <a:off x="680100" y="1604700"/>
            <a:ext cx="3785995" cy="2800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800" dirty="0"/>
              <a:t>Po pobraniu pliku, uruchom go.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l-PL" sz="18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800" dirty="0"/>
              <a:t>Zobaczysz okno instalatora, jak to widoczne na slajdzie.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l-PL" sz="18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800" dirty="0"/>
              <a:t>Pamiętaj, aby zaznaczyć opcję „</a:t>
            </a:r>
            <a:r>
              <a:rPr lang="pl-PL" sz="1800" dirty="0" err="1"/>
              <a:t>Add</a:t>
            </a:r>
            <a:r>
              <a:rPr lang="pl-PL" sz="1800" dirty="0"/>
              <a:t> python.exe to PATH”.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l-PL" sz="18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800" dirty="0"/>
              <a:t>Następnie kliknij „</a:t>
            </a:r>
            <a:r>
              <a:rPr lang="pl-PL" sz="1800" dirty="0" err="1"/>
              <a:t>Install</a:t>
            </a:r>
            <a:r>
              <a:rPr lang="pl-PL" sz="1800" dirty="0"/>
              <a:t> </a:t>
            </a:r>
            <a:r>
              <a:rPr lang="pl-PL" sz="1800" dirty="0" err="1"/>
              <a:t>Now</a:t>
            </a:r>
            <a:r>
              <a:rPr lang="pl-PL" sz="1800" dirty="0"/>
              <a:t>”.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C213FB40-A912-1B15-6592-F1A9E31814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7325" y="1799855"/>
            <a:ext cx="6124575" cy="3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582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l-PL" dirty="0" err="1"/>
              <a:t>Python</a:t>
            </a:r>
            <a:endParaRPr dirty="0"/>
          </a:p>
        </p:txBody>
      </p:sp>
      <p:sp>
        <p:nvSpPr>
          <p:cNvPr id="96" name="Google Shape;96;p2"/>
          <p:cNvSpPr txBox="1"/>
          <p:nvPr/>
        </p:nvSpPr>
        <p:spPr>
          <a:xfrm>
            <a:off x="2480733" y="2819400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1;p2">
            <a:extLst>
              <a:ext uri="{FF2B5EF4-FFF2-40B4-BE49-F238E27FC236}">
                <a16:creationId xmlns:a16="http://schemas.microsoft.com/office/drawing/2014/main" id="{F0A8E443-1E19-FA9A-95CE-BBD9621B48A9}"/>
              </a:ext>
            </a:extLst>
          </p:cNvPr>
          <p:cNvSpPr txBox="1"/>
          <p:nvPr/>
        </p:nvSpPr>
        <p:spPr>
          <a:xfrm>
            <a:off x="680100" y="1604700"/>
            <a:ext cx="3785995" cy="86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800" dirty="0"/>
              <a:t>Na koniec otrzymasz komunikat czy instalacja się powiodła.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39BDC745-9961-C035-E409-95F781D6F8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7325" y="1533525"/>
            <a:ext cx="6124575" cy="3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929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l-PL" dirty="0"/>
              <a:t>Visual studio </a:t>
            </a:r>
            <a:r>
              <a:rPr lang="pl-PL" dirty="0" err="1"/>
              <a:t>code</a:t>
            </a:r>
            <a:endParaRPr dirty="0"/>
          </a:p>
        </p:txBody>
      </p:sp>
      <p:sp>
        <p:nvSpPr>
          <p:cNvPr id="96" name="Google Shape;96;p2"/>
          <p:cNvSpPr txBox="1"/>
          <p:nvPr/>
        </p:nvSpPr>
        <p:spPr>
          <a:xfrm>
            <a:off x="2480733" y="2819400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2" descr="Visual Studio Code full logo transparent PNG - Stick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32368" y="365125"/>
            <a:ext cx="1906819" cy="97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/>
          <p:cNvSpPr txBox="1"/>
          <p:nvPr/>
        </p:nvSpPr>
        <p:spPr>
          <a:xfrm>
            <a:off x="1025003" y="1604700"/>
            <a:ext cx="10515600" cy="1477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Visual studio </a:t>
            </a:r>
            <a:r>
              <a:rPr lang="pl-PL" sz="1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code</a:t>
            </a:r>
            <a:r>
              <a:rPr lang="pl-PL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jest aplikacją do edycji oraz zarządzania kodem. Będziemy jej używać przez cał</a:t>
            </a:r>
            <a:r>
              <a:rPr lang="pl-PL" sz="1800" dirty="0"/>
              <a:t>y kurs.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800" dirty="0"/>
              <a:t>Jeżeli korzystałaś/korzystałeś z innych edytorów np. </a:t>
            </a:r>
            <a:r>
              <a:rPr lang="pl-PL" sz="1800" dirty="0" err="1"/>
              <a:t>Pycharm</a:t>
            </a:r>
            <a:r>
              <a:rPr lang="pl-PL" sz="1800" dirty="0"/>
              <a:t>, </a:t>
            </a:r>
            <a:r>
              <a:rPr lang="pl-PL" sz="1800" dirty="0" err="1"/>
              <a:t>Jupyter</a:t>
            </a:r>
            <a:r>
              <a:rPr lang="pl-PL" sz="1800" dirty="0"/>
              <a:t> czy Google </a:t>
            </a:r>
            <a:r>
              <a:rPr lang="pl-PL" sz="1800" dirty="0" err="1"/>
              <a:t>Colab</a:t>
            </a:r>
            <a:r>
              <a:rPr lang="pl-PL" sz="1800" dirty="0"/>
              <a:t>, możesz nadal ich używać, pamiętaj jednak, że wszystkie przykłady będą pokazywane w Visual studio </a:t>
            </a:r>
            <a:r>
              <a:rPr lang="pl-PL" sz="1800" dirty="0" err="1"/>
              <a:t>code</a:t>
            </a:r>
            <a:r>
              <a:rPr lang="pl-PL" sz="1800" dirty="0"/>
              <a:t> i mogą pojawić się nieznaczne różnice pomiędzy tymi edytorami.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l-PL" dirty="0"/>
              <a:t>Visual studio </a:t>
            </a:r>
            <a:r>
              <a:rPr lang="pl-PL" dirty="0" err="1"/>
              <a:t>code</a:t>
            </a:r>
            <a:endParaRPr dirty="0"/>
          </a:p>
        </p:txBody>
      </p:sp>
      <p:sp>
        <p:nvSpPr>
          <p:cNvPr id="96" name="Google Shape;96;p2"/>
          <p:cNvSpPr txBox="1"/>
          <p:nvPr/>
        </p:nvSpPr>
        <p:spPr>
          <a:xfrm>
            <a:off x="2480733" y="2819400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2" descr="Visual Studio Code full logo transparent PNG - Stick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32368" y="365125"/>
            <a:ext cx="1906819" cy="97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/>
          <p:cNvSpPr txBox="1"/>
          <p:nvPr/>
        </p:nvSpPr>
        <p:spPr>
          <a:xfrm>
            <a:off x="1025003" y="1604700"/>
            <a:ext cx="10515600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Instalację rozpoczynamy od odwiedzenia strony </a:t>
            </a:r>
            <a:r>
              <a:rPr lang="pl-PL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https://code.visualstudio.com/</a:t>
            </a:r>
            <a:r>
              <a:rPr lang="pl-PL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800" dirty="0"/>
              <a:t>Jeżeli korzystasz z Windows możesz kliknąć „</a:t>
            </a:r>
            <a:r>
              <a:rPr lang="pl-PL" sz="1800" dirty="0" err="1"/>
              <a:t>Download</a:t>
            </a:r>
            <a:r>
              <a:rPr lang="pl-PL" sz="1800" dirty="0"/>
              <a:t> for Windows”.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 Przypadku innych systemów kliknij „</a:t>
            </a:r>
            <a:r>
              <a:rPr lang="pl-PL" sz="1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Download</a:t>
            </a:r>
            <a:r>
              <a:rPr lang="pl-PL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” w prawym, górnym rogu. </a:t>
            </a:r>
            <a:endParaRPr lang="pl-PL" sz="1800" dirty="0"/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B1A34C75-622E-2614-3AAD-A8E7E80ED3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8878" y="2527989"/>
            <a:ext cx="9774244" cy="4207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888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l-PL" dirty="0"/>
              <a:t>Visual studio </a:t>
            </a:r>
            <a:r>
              <a:rPr lang="pl-PL" dirty="0" err="1"/>
              <a:t>code</a:t>
            </a:r>
            <a:endParaRPr dirty="0"/>
          </a:p>
        </p:txBody>
      </p:sp>
      <p:sp>
        <p:nvSpPr>
          <p:cNvPr id="96" name="Google Shape;96;p2"/>
          <p:cNvSpPr txBox="1"/>
          <p:nvPr/>
        </p:nvSpPr>
        <p:spPr>
          <a:xfrm>
            <a:off x="2480733" y="2819400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2" descr="Visual Studio Code full logo transparent PNG - Stick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32368" y="365125"/>
            <a:ext cx="1906819" cy="97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/>
          <p:cNvSpPr txBox="1"/>
          <p:nvPr/>
        </p:nvSpPr>
        <p:spPr>
          <a:xfrm>
            <a:off x="1025003" y="1604700"/>
            <a:ext cx="5998934" cy="1477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 następnym kroku rozpocznie się pobieranie.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800" dirty="0"/>
              <a:t>Po jego zakończeniu, uruchom aplikację.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800" dirty="0"/>
              <a:t>Wybierz język.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800" dirty="0"/>
              <a:t>Kolejnym krokiem jest przeczytanie i akceptacja umowy licencyjnej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306ED1E9-BD02-1D4E-489A-D678B6D548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9502" y="1630193"/>
            <a:ext cx="3105150" cy="1581150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1CA0F4C7-C13C-343D-EFC4-C7A6ED7E9A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0733" y="2913943"/>
            <a:ext cx="4179982" cy="3430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5448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l-PL" dirty="0"/>
              <a:t>Visual studio </a:t>
            </a:r>
            <a:r>
              <a:rPr lang="pl-PL" dirty="0" err="1"/>
              <a:t>code</a:t>
            </a:r>
            <a:endParaRPr dirty="0"/>
          </a:p>
        </p:txBody>
      </p:sp>
      <p:sp>
        <p:nvSpPr>
          <p:cNvPr id="96" name="Google Shape;96;p2"/>
          <p:cNvSpPr txBox="1"/>
          <p:nvPr/>
        </p:nvSpPr>
        <p:spPr>
          <a:xfrm>
            <a:off x="2480733" y="2819400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2" descr="Visual Studio Code full logo transparent PNG - Stick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32368" y="365125"/>
            <a:ext cx="1906819" cy="97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/>
          <p:cNvSpPr txBox="1"/>
          <p:nvPr/>
        </p:nvSpPr>
        <p:spPr>
          <a:xfrm>
            <a:off x="1025003" y="1604700"/>
            <a:ext cx="5998934" cy="1477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 następnym kroku rozpocznie się pobieranie.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800" dirty="0"/>
              <a:t>Po jego zakończeniu, uruchom aplikację.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800" dirty="0"/>
              <a:t>Wybierz język.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800" dirty="0"/>
              <a:t>Kolejnym krokiem jest przeczytanie i akceptacja umowy licencyjnej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306ED1E9-BD02-1D4E-489A-D678B6D548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9502" y="1630193"/>
            <a:ext cx="3105150" cy="1581150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1CA0F4C7-C13C-343D-EFC4-C7A6ED7E9A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0733" y="2913943"/>
            <a:ext cx="4179982" cy="3430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3439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l-PL" dirty="0"/>
              <a:t>Visual studio </a:t>
            </a:r>
            <a:r>
              <a:rPr lang="pl-PL" dirty="0" err="1"/>
              <a:t>code</a:t>
            </a:r>
            <a:endParaRPr dirty="0"/>
          </a:p>
        </p:txBody>
      </p:sp>
      <p:sp>
        <p:nvSpPr>
          <p:cNvPr id="96" name="Google Shape;96;p2"/>
          <p:cNvSpPr txBox="1"/>
          <p:nvPr/>
        </p:nvSpPr>
        <p:spPr>
          <a:xfrm>
            <a:off x="2480733" y="2819400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2" descr="Visual Studio Code full logo transparent PNG - Stick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32368" y="365125"/>
            <a:ext cx="1906819" cy="97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/>
          <p:cNvSpPr txBox="1"/>
          <p:nvPr/>
        </p:nvSpPr>
        <p:spPr>
          <a:xfrm>
            <a:off x="953982" y="1631958"/>
            <a:ext cx="4221700" cy="1477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Następnie wybranie opcji.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800" dirty="0"/>
              <a:t>Zwróć uwagę, czy zaznaczono „</a:t>
            </a:r>
            <a:r>
              <a:rPr lang="pl-PL" sz="1800" dirty="0" err="1"/>
              <a:t>Add</a:t>
            </a:r>
            <a:r>
              <a:rPr lang="pl-PL" sz="1800" dirty="0"/>
              <a:t> to PATH”.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800" dirty="0"/>
              <a:t>Następnie kliknij „</a:t>
            </a:r>
            <a:r>
              <a:rPr lang="pl-PL" sz="1800" dirty="0" err="1"/>
              <a:t>Next</a:t>
            </a:r>
            <a:r>
              <a:rPr lang="pl-PL" sz="1800" dirty="0"/>
              <a:t>” a potem „</a:t>
            </a:r>
            <a:r>
              <a:rPr lang="pl-PL" sz="1800" dirty="0" err="1"/>
              <a:t>Install</a:t>
            </a:r>
            <a:r>
              <a:rPr lang="pl-PL" sz="1800" dirty="0"/>
              <a:t>”.</a:t>
            </a:r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8EB1F9B7-9BAC-F445-B274-5E012121AB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2682" y="1604700"/>
            <a:ext cx="5571118" cy="4578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2875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l-PL" dirty="0"/>
              <a:t>Visual studio </a:t>
            </a:r>
            <a:r>
              <a:rPr lang="pl-PL" dirty="0" err="1"/>
              <a:t>code</a:t>
            </a:r>
            <a:endParaRPr dirty="0"/>
          </a:p>
        </p:txBody>
      </p:sp>
      <p:sp>
        <p:nvSpPr>
          <p:cNvPr id="96" name="Google Shape;96;p2"/>
          <p:cNvSpPr txBox="1"/>
          <p:nvPr/>
        </p:nvSpPr>
        <p:spPr>
          <a:xfrm>
            <a:off x="2480733" y="2819400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2" descr="Visual Studio Code full logo transparent PNG - Stick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32368" y="365125"/>
            <a:ext cx="1906819" cy="97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/>
          <p:cNvSpPr txBox="1"/>
          <p:nvPr/>
        </p:nvSpPr>
        <p:spPr>
          <a:xfrm>
            <a:off x="953982" y="1631958"/>
            <a:ext cx="42217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Instalacja została rozpoczęta.</a:t>
            </a:r>
            <a:endParaRPr lang="pl-PL" sz="1800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2106AFAF-F139-ACEA-A527-19BF33354A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1464" y="1690688"/>
            <a:ext cx="5669592" cy="4636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200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l-PL" dirty="0"/>
              <a:t>Visual studio </a:t>
            </a:r>
            <a:r>
              <a:rPr lang="pl-PL" dirty="0" err="1"/>
              <a:t>code</a:t>
            </a:r>
            <a:endParaRPr dirty="0"/>
          </a:p>
        </p:txBody>
      </p:sp>
      <p:sp>
        <p:nvSpPr>
          <p:cNvPr id="96" name="Google Shape;96;p2"/>
          <p:cNvSpPr txBox="1"/>
          <p:nvPr/>
        </p:nvSpPr>
        <p:spPr>
          <a:xfrm>
            <a:off x="2480733" y="2819400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2" descr="Visual Studio Code full logo transparent PNG - Stick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32368" y="365125"/>
            <a:ext cx="1906819" cy="97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/>
          <p:cNvSpPr txBox="1"/>
          <p:nvPr/>
        </p:nvSpPr>
        <p:spPr>
          <a:xfrm>
            <a:off x="953982" y="1631958"/>
            <a:ext cx="9761366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800" dirty="0"/>
              <a:t>Po zakończeniu instalacji, VS </a:t>
            </a:r>
            <a:r>
              <a:rPr lang="pl-PL" sz="1800" dirty="0" err="1"/>
              <a:t>code</a:t>
            </a:r>
            <a:r>
              <a:rPr lang="pl-PL" sz="1800" dirty="0"/>
              <a:t> powinien się uruchomić.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800" dirty="0"/>
              <a:t>Wejdź w </a:t>
            </a:r>
            <a:r>
              <a:rPr lang="pl-PL" sz="1800" dirty="0" err="1"/>
              <a:t>extensions</a:t>
            </a:r>
            <a:r>
              <a:rPr lang="pl-PL" sz="1800" dirty="0"/>
              <a:t> (skrót </a:t>
            </a:r>
            <a:r>
              <a:rPr lang="pl-PL" sz="1800" dirty="0" err="1"/>
              <a:t>ctrl+shift+x</a:t>
            </a:r>
            <a:r>
              <a:rPr lang="pl-PL" sz="1800" dirty="0"/>
              <a:t>), bądź kliknij ikonę          z paska po lewej stronie.  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7C4547F1-EE8D-D0C3-0117-3C4600CFAB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6322" y="2520137"/>
            <a:ext cx="8056046" cy="4119232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22ED6C6C-9939-1804-7C7D-06EF786A5C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1216" y="1910815"/>
            <a:ext cx="345812" cy="402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8349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l-PL" dirty="0"/>
              <a:t>Visual studio </a:t>
            </a:r>
            <a:r>
              <a:rPr lang="pl-PL" dirty="0" err="1"/>
              <a:t>code</a:t>
            </a:r>
            <a:endParaRPr dirty="0"/>
          </a:p>
        </p:txBody>
      </p:sp>
      <p:sp>
        <p:nvSpPr>
          <p:cNvPr id="96" name="Google Shape;96;p2"/>
          <p:cNvSpPr txBox="1"/>
          <p:nvPr/>
        </p:nvSpPr>
        <p:spPr>
          <a:xfrm>
            <a:off x="2480733" y="2819400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2" descr="Visual Studio Code full logo transparent PNG - Stick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32368" y="365125"/>
            <a:ext cx="1906819" cy="97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/>
          <p:cNvSpPr txBox="1"/>
          <p:nvPr/>
        </p:nvSpPr>
        <p:spPr>
          <a:xfrm>
            <a:off x="953982" y="1631958"/>
            <a:ext cx="9761366" cy="203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800" dirty="0"/>
              <a:t>Wyszukaj „</a:t>
            </a:r>
            <a:r>
              <a:rPr lang="pl-PL" sz="1800" dirty="0" err="1"/>
              <a:t>python</a:t>
            </a:r>
            <a:r>
              <a:rPr lang="pl-PL" sz="1800" dirty="0"/>
              <a:t>”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l-PL" sz="18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l-PL" sz="18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800" dirty="0"/>
              <a:t>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l-PL" sz="18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l-PL" sz="18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800" dirty="0"/>
              <a:t>i kliknij „</a:t>
            </a:r>
            <a:r>
              <a:rPr lang="pl-PL" sz="1800" dirty="0" err="1"/>
              <a:t>install</a:t>
            </a:r>
            <a:r>
              <a:rPr lang="pl-PL" sz="1800" dirty="0"/>
              <a:t>”</a:t>
            </a:r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32ED64F5-3C75-4DDF-3208-1C02916B56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5397" y="1581150"/>
            <a:ext cx="3341935" cy="1342309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A7A1C985-09A3-73B4-1335-5D47663DE3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5464" y="3358443"/>
            <a:ext cx="676275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6597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l-PL" dirty="0"/>
              <a:t>Visual studio </a:t>
            </a:r>
            <a:r>
              <a:rPr lang="pl-PL" dirty="0" err="1"/>
              <a:t>code</a:t>
            </a:r>
            <a:endParaRPr dirty="0"/>
          </a:p>
        </p:txBody>
      </p:sp>
      <p:sp>
        <p:nvSpPr>
          <p:cNvPr id="96" name="Google Shape;96;p2"/>
          <p:cNvSpPr txBox="1"/>
          <p:nvPr/>
        </p:nvSpPr>
        <p:spPr>
          <a:xfrm>
            <a:off x="2480733" y="2819400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2" descr="Visual Studio Code full logo transparent PNG - Stick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32368" y="365125"/>
            <a:ext cx="1906819" cy="97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/>
          <p:cNvSpPr txBox="1"/>
          <p:nvPr/>
        </p:nvSpPr>
        <p:spPr>
          <a:xfrm>
            <a:off x="953982" y="1631958"/>
            <a:ext cx="9761366" cy="2862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800" dirty="0"/>
              <a:t>Następnie wyszukaj „</a:t>
            </a:r>
            <a:r>
              <a:rPr lang="pl-PL" sz="1800" dirty="0" err="1"/>
              <a:t>jupyter</a:t>
            </a:r>
            <a:r>
              <a:rPr lang="pl-PL" sz="1800" dirty="0"/>
              <a:t>”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l-PL" sz="18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l-PL" sz="18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800" dirty="0"/>
              <a:t>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l-PL" sz="18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l-PL" sz="18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800" dirty="0"/>
              <a:t>i kliknij „</a:t>
            </a:r>
            <a:r>
              <a:rPr lang="pl-PL" sz="1800" dirty="0" err="1"/>
              <a:t>install</a:t>
            </a:r>
            <a:r>
              <a:rPr lang="pl-PL" sz="1800" dirty="0"/>
              <a:t>”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l-PL" sz="18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800" dirty="0"/>
              <a:t>W przypadku pierwszego wywołania kodu w </a:t>
            </a:r>
            <a:r>
              <a:rPr lang="pl-PL" sz="1800" dirty="0" err="1"/>
              <a:t>jupyterze</a:t>
            </a:r>
            <a:r>
              <a:rPr lang="pl-PL" sz="1800" dirty="0"/>
              <a:t> VS </a:t>
            </a:r>
            <a:r>
              <a:rPr lang="pl-PL" sz="1800" dirty="0" err="1"/>
              <a:t>code</a:t>
            </a:r>
            <a:r>
              <a:rPr lang="pl-PL" sz="1800" dirty="0"/>
              <a:t> może poprosić o zainstalowanie dodatkowych pakietów, w takiej sytuacji zainstaluj je.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A7A1C985-09A3-73B4-1335-5D47663DE3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5464" y="3358443"/>
            <a:ext cx="676275" cy="304800"/>
          </a:xfrm>
          <a:prstGeom prst="rect">
            <a:avLst/>
          </a:prstGeom>
        </p:spPr>
      </p:pic>
      <p:pic>
        <p:nvPicPr>
          <p:cNvPr id="4" name="Obraz 3">
            <a:extLst>
              <a:ext uri="{FF2B5EF4-FFF2-40B4-BE49-F238E27FC236}">
                <a16:creationId xmlns:a16="http://schemas.microsoft.com/office/drawing/2014/main" id="{0C649FD3-AA76-7A21-2403-F3EDFB3C9F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3910" y="1643504"/>
            <a:ext cx="3590786" cy="1548474"/>
          </a:xfrm>
          <a:prstGeom prst="rect">
            <a:avLst/>
          </a:prstGeom>
        </p:spPr>
      </p:pic>
      <p:pic>
        <p:nvPicPr>
          <p:cNvPr id="3" name="Obraz 2">
            <a:extLst>
              <a:ext uri="{FF2B5EF4-FFF2-40B4-BE49-F238E27FC236}">
                <a16:creationId xmlns:a16="http://schemas.microsoft.com/office/drawing/2014/main" id="{25A01BE1-C8A0-7313-DF3E-C5BF90250B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4715" y="4505786"/>
            <a:ext cx="4829175" cy="138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750592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466</Words>
  <Application>Microsoft Office PowerPoint</Application>
  <PresentationFormat>Panoramiczny</PresentationFormat>
  <Paragraphs>100</Paragraphs>
  <Slides>14</Slides>
  <Notes>14</Notes>
  <HiddenSlides>0</HiddenSlides>
  <MMClips>0</MMClips>
  <ScaleCrop>false</ScaleCrop>
  <HeadingPairs>
    <vt:vector size="6" baseType="variant">
      <vt:variant>
        <vt:lpstr>Używane czcionki</vt:lpstr>
      </vt:variant>
      <vt:variant>
        <vt:i4>2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14</vt:i4>
      </vt:variant>
    </vt:vector>
  </HeadingPairs>
  <TitlesOfParts>
    <vt:vector size="17" baseType="lpstr">
      <vt:lpstr>Arial</vt:lpstr>
      <vt:lpstr>Calibri</vt:lpstr>
      <vt:lpstr>Motyw pakietu Office</vt:lpstr>
      <vt:lpstr>Instalacja środowiska</vt:lpstr>
      <vt:lpstr>Python</vt:lpstr>
      <vt:lpstr>Python</vt:lpstr>
      <vt:lpstr>Python</vt:lpstr>
      <vt:lpstr>Python</vt:lpstr>
      <vt:lpstr>Visual studio code</vt:lpstr>
      <vt:lpstr>Visual studio code</vt:lpstr>
      <vt:lpstr>Visual studio code</vt:lpstr>
      <vt:lpstr>Visual studio code</vt:lpstr>
      <vt:lpstr>Visual studio code</vt:lpstr>
      <vt:lpstr>Visual studio code</vt:lpstr>
      <vt:lpstr>Visual studio code</vt:lpstr>
      <vt:lpstr>Visual studio code</vt:lpstr>
      <vt:lpstr>Visual studio code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Dajana Drabczyk</dc:creator>
  <cp:lastModifiedBy>Patryk Krysiński</cp:lastModifiedBy>
  <cp:revision>2</cp:revision>
  <dcterms:created xsi:type="dcterms:W3CDTF">2023-09-15T17:02:45Z</dcterms:created>
  <dcterms:modified xsi:type="dcterms:W3CDTF">2024-08-19T21:14:55Z</dcterms:modified>
</cp:coreProperties>
</file>